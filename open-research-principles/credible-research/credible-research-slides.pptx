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notesMaster" Target="notesMasters/notesMaster1.xml" /><Relationship Id="rId108" Type="http://schemas.openxmlformats.org/officeDocument/2006/relationships/viewProps" Target="viewProps.xml" /><Relationship Id="rId107" Type="http://schemas.openxmlformats.org/officeDocument/2006/relationships/presProps" Target="presProps.xml" /><Relationship Id="rId1" Type="http://schemas.openxmlformats.org/officeDocument/2006/relationships/slideMaster" Target="slideMasters/slideMaster1.xml" /><Relationship Id="rId110" Type="http://schemas.openxmlformats.org/officeDocument/2006/relationships/tableStyles" Target="tableStyles.xml" /><Relationship Id="rId10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lmu-osc.github.io/teaching-materials-for-novices/open-research-principles/reprocredible-research/"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About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subsequently adapted by Sarah von Grebmer zu Wolfsthurn and Malika Ihle. This current work by Sarah von Grebmer zu Wolfsthurn and Malika Ihle is licensed under a CC-BY-SA 4.0 </a:t>
            </a:r>
            <a:r>
              <a:rPr>
                <a:hlinkClick r:id="rId4"/>
              </a:rPr>
              <a:t>Creative Commons Attribution 4.0 International SA License</a:t>
            </a:r>
            <a:r>
              <a:rPr/>
              <a:t>.</a:t>
            </a:r>
          </a:p>
          <a:p>
            <a:pPr lvl="0" indent="0" marL="0">
              <a:buNone/>
            </a:pPr>
            <a:r>
              <a:rPr/>
              <a:t>Please cite as: Von Grebmer zu Wolfsthurn, S. &amp; Ihle, M. (2026). </a:t>
            </a:r>
            <a:r>
              <a:rPr i="1"/>
              <a:t>Credible research</a:t>
            </a:r>
            <a:r>
              <a:rPr/>
              <a:t> [Quarto slides]. LMU Open Science Center. </a:t>
            </a:r>
            <a:r>
              <a:rPr>
                <a:hlinkClick r:id="rId5"/>
              </a:rPr>
              <a:t>https://lmu-osc.github.io/teaching-materials-for-novices/open-research-principles/credible-research/</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About credible and open research</dc:title>
  <dc:creator>Malika Ihle and Sarah von Grebmer zu Wolfsthurn</dc:creator>
  <cp:keywords/>
  <dcterms:created xsi:type="dcterms:W3CDTF">2026-09-30T09:21:43Z</dcterms:created>
  <dcterms:modified xsi:type="dcterms:W3CDTF">2026-09-30T09:21:43Z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toc-title">
    <vt:lpwstr>Table of contents</vt:lpwstr>
  </property>
</Properties>
</file>