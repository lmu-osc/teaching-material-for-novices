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notesMaster" Target="notesMasters/notesMaster1.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For this session, it is important that you are familiar with key issues in current research, particularly around replicability and reproducibility, since this session is building up on that.</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These are the prerequisites for this session. Before you get started on this session with your audience, you need to ensure that the audience fulfills these criteria.</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www.osc.lmu.de/people/people/malika-ihle.html" TargetMode="External" /><Relationship Id="rId4" Type="http://schemas.openxmlformats.org/officeDocument/2006/relationships/hyperlink" Target="https://creativecommons.org/licenses/by-sa/4.0/deed.en" TargetMode="External" /><Relationship Id="rId5" Type="http://schemas.openxmlformats.org/officeDocument/2006/relationships/hyperlink" Target="https://www.osc.lmu.de/" TargetMode="External" /><Relationship Id="rId6" Type="http://schemas.openxmlformats.org/officeDocument/2006/relationships/hyperlink" Target="https://lmu-osc.github.io/teaching-material-for-novices/open-research-principles/credible-research"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3242-5981" TargetMode="External" /><Relationship Id="rId3" Type="http://schemas.openxmlformats.org/officeDocument/2006/relationships/hyperlink" Target="https://orcid.org/0000-0002-6413-3895"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Moving towards credible and open research</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Malika Ihle and Sarah von Grebmer zu Wolfsthurn</a:t>
            </a:r>
          </a:p>
        </p:txBody>
      </p:sp>
      <p:sp>
        <p:nvSpPr>
          <p:cNvPr id="4" name="Date Placeholder 3"/>
          <p:cNvSpPr>
            <a:spLocks noGrp="1"/>
          </p:cNvSpPr>
          <p:nvPr>
            <p:ph idx="10" sz="half" type="dt"/>
          </p:nvPr>
        </p:nvSpPr>
        <p:spPr/>
        <p:txBody>
          <a:bodyPr/>
          <a:lstStyle/>
          <a:p>
            <a:pPr lvl="0" indent="0" marL="0">
              <a:buNone/>
            </a:pPr>
            <a:r>
              <a:rPr/>
              <a:t>19/10/2026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 - EDIT</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about the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work was originally created by </a:t>
            </a:r>
            <a:r>
              <a:rPr>
                <a:hlinkClick r:id="rId3"/>
              </a:rPr>
              <a:t>Malika Ihle</a:t>
            </a:r>
            <a:r>
              <a:rPr/>
              <a:t> and was subsequently adapted by Sarah von Grebmer zu Wolfsthurn. This current work by Sarah von Grebmer zu Wolfsthurn and Malika Ihle is licensed under a </a:t>
            </a:r>
            <a:r>
              <a:rPr>
                <a:hlinkClick r:id="rId4"/>
              </a:rPr>
              <a:t>Creative Commons Attribution 4.0 International SA License</a:t>
            </a:r>
            <a:r>
              <a:rPr/>
              <a:t> (CC-BY-SA 4.0).</a:t>
            </a:r>
          </a:p>
          <a:p>
            <a:pPr lvl="0" indent="0" marL="0">
              <a:buNone/>
            </a:pPr>
            <a:r>
              <a:rPr/>
              <a:t>Please cite these materials as: Ihle, M., &amp; Von Grebmer zu Wolfsthurn, S. (2026). </a:t>
            </a:r>
            <a:r>
              <a:rPr i="1"/>
              <a:t>Moving towards credible and open research</a:t>
            </a:r>
            <a:r>
              <a:rPr/>
              <a:t> [Quarto slides]. </a:t>
            </a:r>
            <a:r>
              <a:rPr>
                <a:hlinkClick r:id="rId5"/>
              </a:rPr>
              <a:t>LMU Open Science Center</a:t>
            </a:r>
            <a:r>
              <a:rPr/>
              <a:t>. </a:t>
            </a:r>
            <a:r>
              <a:rPr>
                <a:hlinkClick r:id="rId6"/>
              </a:rPr>
              <a:t>https://lmu-osc.github.io/teaching-material-for-novices/open-research-principles/credible-research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r>
              <a:rPr b="1"/>
              <a:t>Creators</a:t>
            </a:r>
            <a:r>
              <a:rPr/>
              <a:t>: Ihle, Malika ( </a:t>
            </a:r>
            <a:r>
              <a:rPr>
                <a:hlinkClick r:id="rId2"/>
              </a:rPr>
              <a:t>0000-0002-3242-5981</a:t>
            </a:r>
            <a:r>
              <a:rPr/>
              <a:t>), Von Grebmer zu Wolfsthurn, Sarah ( </a:t>
            </a:r>
            <a:r>
              <a:rPr>
                <a:hlinkClick r:id="rId3"/>
              </a:rPr>
              <a:t>0000-0002-6413-3895</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towards credible and open research</dc:title>
  <dc:creator>Malika Ihle and Sarah von Grebmer zu Wolfsthurn</dc:creator>
  <cp:keywords/>
  <dcterms:created xsi:type="dcterms:W3CDTF">2026-10-19T00:54:30Z</dcterms:created>
  <dcterms:modified xsi:type="dcterms:W3CDTF">2026-10-19T00:54:30Z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19/10/2026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source</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toc-title">
    <vt:lpwstr>Table of contents</vt:lpwstr>
  </property>
</Properties>
</file>