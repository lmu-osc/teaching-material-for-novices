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notesMaster" Target="notesMasters/notesMaster1.xml" /><Relationship Id="rId116" Type="http://schemas.openxmlformats.org/officeDocument/2006/relationships/viewProps" Target="viewProps.xml" /><Relationship Id="rId115" Type="http://schemas.openxmlformats.org/officeDocument/2006/relationships/presProps" Target="presProps.xml" /><Relationship Id="rId1" Type="http://schemas.openxmlformats.org/officeDocument/2006/relationships/slideMaster" Target="slideMasters/slideMaster1.xml" /><Relationship Id="rId118" Type="http://schemas.openxmlformats.org/officeDocument/2006/relationships/tableStyles" Target="tableStyles.xml" /><Relationship Id="rId11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1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The basic requirements to follow these slides are a laptop or desktop with admin rights to download and install software, and the latest installations of R and RStudio. Basic knowledge on R and RStudio, ideally as demonstrated through the completion of the two previous sessions R Part I and Part II is also a prerequisite. Specifically, learners are expected to have an intermediate familiarity with R, for example with data wrangling, reshaping, subsetting, plotting and creating basic R functions. Finally, for this session, learners will need their own GitHub account, which is free to create on github.com.</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t>
            </a:r>
            <a:r>
              <a:rPr b="1"/>
              <a:t>Additional important tip</a:t>
            </a:r>
            <a:r>
              <a:rPr/>
              <a:t>: This session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session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pre-session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Answer a few questions to check your current understanding of version control and the topics we discussed in this first part of the class.</a:t>
            </a:r>
          </a:p>
          <a:p>
            <a:pPr lvl="0" indent="0" marL="0">
              <a:buNone/>
            </a:pPr>
          </a:p>
          <a:p>
            <a:pPr lvl="0" indent="0" marL="0">
              <a:buNone/>
            </a:pPr>
            <a:r>
              <a:rPr/>
              <a:t>Question 1: C is the correct answer: Git is a version control system that helps you track changes, manage versions, and collaborate with others on the same project safely.</a:t>
            </a:r>
          </a:p>
          <a:p>
            <a:pPr lvl="0" indent="0" marL="0">
              <a:buNone/>
            </a:pPr>
          </a:p>
          <a:p>
            <a:pPr lvl="0" indent="0" marL="0">
              <a:buNone/>
            </a:pPr>
            <a:r>
              <a:rPr/>
              <a:t>Question 2: B is the correct answer: Adding an SSH key lets your computer authenticate with GitHub securely, so you can push and pull code without typing your password every time.</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post-session survey serves to examine learners’ current knowledge about the sumodule’s topic.</a:t>
            </a:r>
          </a:p>
          <a:p>
            <a:pPr lvl="0" indent="0" marL="0">
              <a:buNone/>
            </a:pPr>
          </a:p>
          <a:p>
            <a:pPr lvl="0"/>
            <a:r>
              <a:rPr/>
              <a:t>Use identical questions as in the pre-session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112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6.jp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git-scm.com/downloads"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brew.sh"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6.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smallstep.com/blog/ssh-agent-explained/" TargetMode="External" /><Relationship Id="rId4" Type="http://schemas.openxmlformats.org/officeDocument/2006/relationships/slide" Target="slide5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8.xml" /><Relationship Id="rId3" Type="http://schemas.openxmlformats.org/officeDocument/2006/relationships/image" Target="../media/image9.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 Id="rId3" Type="http://schemas.openxmlformats.org/officeDocument/2006/relationships/image" Target="../media/image1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12.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13.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6.xml" /><Relationship Id="rId3" Type="http://schemas.openxmlformats.org/officeDocument/2006/relationships/image" Target="../media/image1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image" Target="../media/image16.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7.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20.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22.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3.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8.xml" /><Relationship Id="rId3" Type="http://schemas.openxmlformats.org/officeDocument/2006/relationships/image" Target="../media/image24.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5.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6.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7.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5.xml" /><Relationship Id="rId3" Type="http://schemas.openxmlformats.org/officeDocument/2006/relationships/image" Target="../media/image29.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7.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1-9102-1090" TargetMode="External" /><Relationship Id="rId5" Type="http://schemas.openxmlformats.org/officeDocument/2006/relationships/hyperlink" Target="https://orcid.org/0000-0002-3242-5981" TargetMode="Externa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www.osc.lmu.de/people/people/malika-ihle.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g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14/10/2026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 </a:t>
            </a:r>
          </a:p>
          <a:p>
            <a:pPr lvl="0" indent="0" marL="0">
              <a:buNone/>
            </a:pPr>
            <a:r>
              <a:rPr/>
              <a:t>Any remaining questions about the most recent content and/or practical exercises?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 Your Turn!</a:t>
            </a:r>
          </a:p>
          <a:p>
            <a:pPr lvl="0" indent="0" marL="0">
              <a:spcBef>
                <a:spcPts val="3000"/>
              </a:spcBef>
              <a:buNone/>
            </a:pPr>
            <a:r>
              <a:rPr b="1"/>
              <a:t>Question 1</a:t>
            </a:r>
          </a:p>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a:p>
            <a:pPr lvl="0" indent="0" marL="0">
              <a:spcBef>
                <a:spcPts val="3000"/>
              </a:spcBef>
              <a:buNone/>
            </a:pPr>
            <a:r>
              <a:rPr b="1"/>
              <a:t>Question 2</a:t>
            </a:r>
          </a:p>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Edelsbrunner, Peter (</a:t>
            </a:r>
            <a:r>
              <a:rPr>
                <a:hlinkClick r:id="rId4"/>
              </a:rPr>
              <a:t>0000-0001-9102-1090</a:t>
            </a:r>
            <a:r>
              <a:rPr/>
              <a:t>)</a:t>
            </a:r>
          </a:p>
          <a:p>
            <a:pPr lvl="0" indent="0" marL="0">
              <a:buNone/>
            </a:pPr>
            <a:r>
              <a:rPr b="1"/>
              <a:t>Consultant</a:t>
            </a:r>
            <a:r>
              <a:rPr/>
              <a:t>: Ihle, Malika ( </a:t>
            </a:r>
            <a:r>
              <a:rPr>
                <a:hlinkClick r:id="rId5"/>
              </a:rPr>
              <a:t>0000-0002-3242-5981</a:t>
            </a:r>
            <a:r>
              <a:rPr/>
              <a:t>)</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Mike Croucher</a:t>
            </a:r>
            <a:r>
              <a:rPr/>
              <a:t> under a </a:t>
            </a:r>
            <a:r>
              <a:rPr>
                <a:hlinkClick r:id="rId4"/>
              </a:rPr>
              <a:t>Creative Commons Attribution 4.0 International License</a:t>
            </a:r>
            <a:r>
              <a:rPr/>
              <a:t> (CC-BY 4.0). It was subsequently adapted by </a:t>
            </a:r>
            <a:r>
              <a:rPr>
                <a:hlinkClick r:id="rId5"/>
              </a:rPr>
              <a:t>Malika Ihle</a:t>
            </a:r>
            <a:r>
              <a:rPr/>
              <a:t> during her time at Reproducible Research Oxford. This current work by Sarah von Grebmer zu Wolfsthurn, Peter Edelsbrunner, Malika Ihle and Felix Schönbrodt is licensed under a </a:t>
            </a:r>
            <a:r>
              <a:rPr>
                <a:hlinkClick r:id="rId6"/>
              </a:rPr>
              <a:t>Creative Commons Attribution 4.0 International SA License</a:t>
            </a:r>
            <a:r>
              <a:rPr/>
              <a:t> (CC-BY-SA-4.0). Code snippets are dedicated to the public domain and are licensed under a </a:t>
            </a:r>
            <a:r>
              <a:rPr>
                <a:hlinkClick r:id="rId7"/>
              </a:rPr>
              <a:t>Creative Commons Universal License</a:t>
            </a:r>
            <a:r>
              <a:rPr/>
              <a:t> (CC0 1.0).</a:t>
            </a:r>
          </a:p>
          <a:p>
            <a:pPr lvl="0" indent="0" marL="0">
              <a:buNone/>
            </a:pPr>
            <a:r>
              <a:rPr/>
              <a:t>Please cite these materials as: Von Grebmer zu Wolfsthurn, S., Edelsbrunner, P., Ihle, M., &amp; Schönbrodt, F. (2026). </a:t>
            </a:r>
            <a:r>
              <a:rPr i="1"/>
              <a:t>Introduction to version control with Git in RStudio</a:t>
            </a:r>
            <a:r>
              <a:rPr/>
              <a:t> [Quarto slides]. </a:t>
            </a:r>
            <a:r>
              <a:rPr>
                <a:hlinkClick r:id="rId8"/>
              </a:rPr>
              <a:t>LMU Open Science Center</a:t>
            </a:r>
            <a:r>
              <a:rPr/>
              <a:t>. </a:t>
            </a:r>
            <a:r>
              <a:rPr>
                <a:hlinkClick r:id="rId9"/>
              </a:rPr>
              <a:t>https://lmu-osc.github.io/teaching-material-for-novices/open-research-tools/git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2026-10-14T12:53:34Z</dcterms:created>
  <dcterms:modified xsi:type="dcterms:W3CDTF">2026-10-14T12:53:34Z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