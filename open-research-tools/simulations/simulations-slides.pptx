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notesMaster" Target="notesMasters/notesMaster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pre-session survey serves to examine learners’ prior knowledge about simulations and power analysis, and familiarity with R.</a:t>
            </a:r>
          </a:p>
          <a:p>
            <a:pPr lvl="0" indent="0" marL="0">
              <a:buNone/>
            </a:pPr>
          </a:p>
          <a:p>
            <a:pPr lvl="0" indent="0" marL="0">
              <a:buNone/>
            </a:pPr>
            <a:r>
              <a:rPr/>
              <a:t>Set a low-stakes, supportive tone before beginning the survey. Emphasize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this part of the session. At this stage, you’re not expected to fully understand or master all of these points. Think of them as a roadmap rather than a checklist; they show where we’re headed, not what you already need to know. As we move through the session, we’ll revisit these objectives in smaller sections. You can use these objectives to keep track of your learning, notice what feels clear, and identify areas where you might want to ask questions later.</a:t>
            </a:r>
          </a:p>
          <a:p>
            <a:pPr lvl="0" indent="0" marL="0">
              <a:buNone/>
            </a:pPr>
          </a:p>
          <a:p>
            <a:pPr lvl="0" indent="0" marL="0">
              <a:buNone/>
            </a:pPr>
            <a:r>
              <a:rPr/>
              <a:t>As our first learning objective,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objective is then to practice simulations by performing the simulation process using a fictional experiment. This will help demonstrate each step in a more tangible way.</a:t>
            </a:r>
          </a:p>
          <a:p>
            <a:pPr lvl="0" indent="0" marL="0">
              <a:buNone/>
            </a:pPr>
          </a:p>
          <a:p>
            <a:pPr lvl="0" indent="0" marL="0">
              <a:buNone/>
            </a:pPr>
            <a:r>
              <a:rPr/>
              <a:t>Our next learning objectives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objectives will be revisited throughout the session for reflection and self-assessment. Avoid explaining each objective in detail here; instead, frame them as guiding anchors that will be unpacked gradually through activities and tutorials.</a:t>
            </a:r>
          </a:p>
          <a:p>
            <a:pPr lvl="0" indent="0" marL="0">
              <a:buNone/>
            </a:pPr>
          </a:p>
          <a:p>
            <a:pPr lvl="0" indent="0" marL="0">
              <a:buNone/>
            </a:pPr>
            <a:r>
              <a:rPr b="1"/>
              <a:t>Accessibility Tip:</a:t>
            </a:r>
            <a:r>
              <a:rPr/>
              <a:t> Read the learning objectives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objective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objective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objective.</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objective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objectives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session. Please answer honestly based on how confident you feel now.</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purpose is to compare pre- and post-session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objective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Emphasize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www.psychologie.hhu.de/arbeitsgruppen/allgemeine-psychologie-und-arbeitspsychologie/gpower"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osc.lmu.de/people/people/malika-ihle.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tools/simulation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Performing a power analysis</a:t>
            </a:r>
          </a:p>
        </p:txBody>
      </p:sp>
      <p:sp>
        <p:nvSpPr>
          <p:cNvPr id="3" name="Content Placeholder 2"/>
          <p:cNvSpPr>
            <a:spLocks noGrp="1"/>
          </p:cNvSpPr>
          <p:nvPr>
            <p:ph idx="1"/>
          </p:nvPr>
        </p:nvSpPr>
        <p:spPr/>
        <p:txBody>
          <a:bodyPr/>
          <a:lstStyle/>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in time,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to you?</a:t>
            </a:r>
          </a:p>
        </p:txBody>
      </p:sp>
      <p:sp>
        <p:nvSpPr>
          <p:cNvPr id="3" name="Content Placeholder 2"/>
          <p:cNvSpPr>
            <a:spLocks noGrp="1"/>
          </p:cNvSpPr>
          <p:nvPr>
            <p:ph idx="1"/>
          </p:nvPr>
        </p:nvSpPr>
        <p:spPr/>
        <p:txBody>
          <a:bodyPr/>
          <a:lstStyle/>
          <a:p>
            <a:pPr lvl="0" indent="0" marL="0">
              <a:buNone/>
            </a:pPr>
          </a:p>
          <a:p>
            <a:pPr lvl="0" indent="0" marL="0">
              <a:buNone/>
            </a:pPr>
            <a:r>
              <a:rPr/>
              <a:t>Can you imagine using simulations for </a:t>
            </a:r>
            <a:r>
              <a:rPr b="1"/>
              <a:t>your</a:t>
            </a:r>
            <a:r>
              <a:rPr/>
              <a:t> work/projects/studies?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270–279. </a:t>
            </a:r>
            <a:r>
              <a:rPr>
                <a:hlinkClick r:id="rId5"/>
              </a:rPr>
              <a:t>https://doi.org/10.2307/3802582</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a:t>
            </a:r>
            <a:r>
              <a:rPr>
                <a:hlinkClick r:id="rId2"/>
              </a:rPr>
              <a:t>0009-0000-0305-9751</a:t>
            </a:r>
            <a:r>
              <a:rPr/>
              <a:t>)</a:t>
            </a:r>
          </a:p>
          <a:p>
            <a:pPr lvl="0" indent="0" marL="0">
              <a:buNone/>
            </a:pPr>
            <a:r>
              <a:rPr b="1"/>
              <a:t>Consultant</a:t>
            </a:r>
            <a:r>
              <a:rPr/>
              <a:t>: Ihle, Malika (</a:t>
            </a:r>
            <a:r>
              <a:rPr>
                <a:hlinkClick r:id="rId3"/>
              </a:rPr>
              <a:t>0000-0002-3242-5981</a:t>
            </a:r>
            <a:r>
              <a:rPr/>
              <a:t>)</a:t>
            </a:r>
          </a:p>
          <a:p>
            <a:pPr lvl="0" indent="0" marL="0">
              <a:buNone/>
            </a:pPr>
            <a:r>
              <a:rPr b="1"/>
              <a:t>Reviewer</a:t>
            </a:r>
            <a:r>
              <a:rPr/>
              <a:t>: Von Grebmer zu Wolfsthurn, Sarah (</a:t>
            </a:r>
            <a:r>
              <a:rPr>
                <a:hlinkClick r:id="rId4"/>
              </a:rPr>
              <a:t>0000-0002-6413-3895</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Malika Ihle and Sarah von Grebmer zu Wolfsthurn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Sharma, T., Ihle, M., &amp; Von Grebmer Zu Wolfsthurn, S. (2026). </a:t>
            </a:r>
            <a:r>
              <a:rPr i="1"/>
              <a:t>Introduction to simulations and power analysis in R</a:t>
            </a:r>
            <a:r>
              <a:rPr/>
              <a:t> [Quarto slides]. </a:t>
            </a:r>
            <a:r>
              <a:rPr>
                <a:hlinkClick r:id="rId10"/>
              </a:rPr>
              <a:t>LMU Open Science Center</a:t>
            </a:r>
            <a:r>
              <a:rPr/>
              <a:t>. </a:t>
            </a:r>
            <a:r>
              <a:rPr>
                <a:hlinkClick r:id="rId11"/>
              </a:rPr>
              <a:t>https://lmu-osc.github.io/teaching-material-for-novices/open-research-tools/simulations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 and Sarah von Grebmer zu Wolfsthurn</dc:creator>
  <cp:keywords/>
  <dcterms:created xsi:type="dcterms:W3CDTF">2026-10-13T15:23:31Z</dcterms:created>
  <dcterms:modified xsi:type="dcterms:W3CDTF">2026-10-13T15:23:31Z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