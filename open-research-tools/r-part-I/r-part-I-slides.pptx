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0009-0000-0305-9751</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Consultant</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2026-10-22T12:48:41Z</dcterms:created>
  <dcterms:modified xsi:type="dcterms:W3CDTF">2026-10-22T12:48:41Z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