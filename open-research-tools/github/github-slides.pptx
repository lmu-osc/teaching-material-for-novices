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CC-BY-SA 4.0 </a:t>
            </a:r>
            <a:r>
              <a:rPr>
                <a:hlinkClick r:id="rId8"/>
              </a:rPr>
              <a:t>Creative Commons Attribution 4.0 International SA License</a:t>
            </a:r>
            <a:r>
              <a:rPr/>
              <a:t>.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2026-09-30T09:17:51Z</dcterms:created>
  <dcterms:modified xsi:type="dcterms:W3CDTF">2026-09-30T09:17:51Z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https://github.com/lmu-osc/teaching-materials-for-novices</vt:lpwstr>
  </property>
  <property fmtid="{D5CDD505-2E9C-101B-9397-08002B2CF9AE}" pid="16" name="revealjs-plugins">
    <vt:lpwstr/>
  </property>
  <property fmtid="{D5CDD505-2E9C-101B-9397-08002B2CF9AE}" pid="17" name="toc-title">
    <vt:lpwstr>Table of contents</vt:lpwstr>
  </property>
</Properties>
</file>