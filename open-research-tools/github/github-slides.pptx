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S.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2026-10-29T09:30:54Z</dcterms:created>
  <dcterms:modified xsi:type="dcterms:W3CDTF">2026-10-29T09:30:54Z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