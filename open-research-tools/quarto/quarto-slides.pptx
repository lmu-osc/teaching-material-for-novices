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Schönbrodt, Felix (</a:t>
            </a:r>
            <a:r>
              <a:rPr>
                <a:hlinkClick r:id="rId3"/>
              </a:rPr>
              <a:t>0000-0002-8282-3910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Ihle, Malika (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2026-10-22T14:21:36Z</dcterms:created>
  <dcterms:modified xsi:type="dcterms:W3CDTF">2026-10-22T14:21:36Z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