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my-orcid?orcid=0009-0006-3725-6730" TargetMode="External" /><Relationship Id="rId3" Type="http://schemas.openxmlformats.org/officeDocument/2006/relationships/hyperlink" Target="https://orcid.org/my-orcid?orcid=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2026-10-13T15:24:36Z</dcterms:created>
  <dcterms:modified xsi:type="dcterms:W3CDTF">2026-10-13T15:24:36Z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