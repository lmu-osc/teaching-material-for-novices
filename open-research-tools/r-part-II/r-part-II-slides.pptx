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6-3725-6730"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2026-10-29T09:33:17Z</dcterms:created>
  <dcterms:modified xsi:type="dcterms:W3CDTF">2026-10-29T09:33:17Z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