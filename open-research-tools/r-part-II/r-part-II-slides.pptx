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6-3725-6730"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4-3701-3101"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David Rieger</a:t>
            </a:r>
            <a:r>
              <a:rPr/>
              <a:t>, </a:t>
            </a:r>
            <a:r>
              <a:rPr>
                <a:hlinkClick r:id="rId5"/>
              </a:rPr>
              <a:t>Elizabeth Waterfield</a:t>
            </a:r>
            <a:r>
              <a:rPr/>
              <a:t>, </a:t>
            </a:r>
            <a:r>
              <a:rPr>
                <a:hlinkClick r:id="rId6"/>
              </a:rPr>
              <a:t>Caterina Luz Sanchez Steinhagen</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are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2026-10-19T10:32:32Z</dcterms:created>
  <dcterms:modified xsi:type="dcterms:W3CDTF">2026-10-19T10:32:32Z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