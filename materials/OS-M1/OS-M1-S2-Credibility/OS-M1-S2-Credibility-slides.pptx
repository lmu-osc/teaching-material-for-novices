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notesMaster" Target="notesMasters/notesMaster1.xml" /><Relationship Id="rId114" Type="http://schemas.openxmlformats.org/officeDocument/2006/relationships/viewProps" Target="viewProps.xml" /><Relationship Id="rId113" Type="http://schemas.openxmlformats.org/officeDocument/2006/relationships/presProps" Target="presProps.xml" /><Relationship Id="rId1" Type="http://schemas.openxmlformats.org/officeDocument/2006/relationships/slideMaster" Target="slideMasters/slideMaster1.xml" /><Relationship Id="rId116" Type="http://schemas.openxmlformats.org/officeDocument/2006/relationships/tableStyles" Target="tableStyles.xml" /><Relationship Id="rId1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2026-09-21T00:55:01Z</dcterms:created>
  <dcterms:modified xsi:type="dcterms:W3CDTF">2026-09-21T00:55:01Z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21/09/2026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